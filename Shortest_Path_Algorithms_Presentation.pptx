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Shortest Path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Comparative Analysis &amp; Performance Evaluation</a:t>
            </a:r>
            <a:br/>
            <a:r>
              <a:t>CSE 317 |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Given: Weighted graph G = (V, E) with vertices V and edges 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Goal: Find minimum-cost path between pairs of vertices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Cost: Sum of edge weights along the path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Applications: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GPS navigation and route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Network routing protocols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Game AI pathfinding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Social network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Algorithms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Bidirectional Dijkstra: Greedy approach, meets in middle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Complexity: O((V+E)log V) | Space: O(V)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A* Search: Heuristic-guided informed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Complexity: O((V+E)log V) with heuristic | Space: O(V)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Jump Point Search: Grid optimization using jump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Complexity: O(√V) on grids, O(V+E) general | Space: O(V)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Contraction Hierarchies: Preprocessing-based acceleration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Preprocessing: O((V+E)log V) | Query: O(log V) | Space: O(V+E+shortcuts)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Bidirectional Dijkstra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Key Idea: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Search from both source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and destination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Meet in the middle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Reduces search space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2-3x speedup vs Dijkstra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Guaranteed optimal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Simple to implement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Complexity: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Time: O((V+E)log V)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Space: O(V)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Best For: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Point-to-point queries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Road networks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Real-time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Not for all-pairs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Requires bidirectional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A* Search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Key Idea: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f(n) = g(n) + h(n)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g(n) = cost from start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h(n) = estimated cost to goal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Heuristic-guided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Faster with good heuristic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Optimal paths guaranteed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Complexity: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Time: O((V+E)log V)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With perfect heuristic: O(V+E)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Space: O(V)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Best For: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Game pathfinding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Grid-based navigation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Scenarios with heuristics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JPS &amp; Contraction Hierarchies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Jump Point Search: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Optimizes grid pathfinding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Jumps over symmetric points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Time: O(√V) on grids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Best for game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Forced Neighbors: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Reduce branching factor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Skip redundant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Contraction Hierarchies: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Preprocessing-based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Adds shortcuts for paths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Query: O(log V)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Best for road networks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Two Phases: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Preprocessing: Build hierarchy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Query: Fast lookup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Language: Python 3.14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Libraries: heapq (priority queues), time (benchmarking)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Graph Representation: Adjacency lists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Format: {vertex: [(neighbor, weight), ...]}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Test Configurations: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Small: 20 vertices (sparse &amp; dense)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Medium: 100 vertices (sparse &amp; dense)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Large: 300 vertices (sparse)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Metrics Tracked: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Execution time (min/max/avg/stdev)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Operation count | Comparison count | Success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Results: Small Sparse Graphs (20V, 5% edges)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Average Runtime &amp; Operations: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BiDijkstra:  0.102 ms | 146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A* Search:   0.062 ms | 125 ops  ← Fastest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CH:          0.074 ms | 164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JPS:         0.052 ms | 83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Observation: A* reduces operations by 14% vs BiDijkstra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Results: Medium Sparse Graphs (100V, 5% edges)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Average Runtime &amp; Operations: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BiDijkstra:  0.336 ms | 1,135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A* Search:   0.323 ms | 844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CH:          0.285 ms | 1,064 ops  ← Fastest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JPS:         0.416 ms | 539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Observation: CH achieves 15% faster runtime than BiDijkstra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Results: Small Dense Graphs (20V, 60% edges)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Average Runtime &amp; Operations: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BiDijkstra:  0.117 ms | 471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A* Search:   0.117 ms | 257 ops  ← 45% fewer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CH:          0.119 ms | 306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JPS:         0.338 ms | 212 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Observation: A* significantly reduces operations on dense graphs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Empirical vs Theoretical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BiDijkstra Validation: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Theoretical: O((V+E)log 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Empirical: Linear to super-linear scaling observed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Small graphs dominated by constant factors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Algorithm Selection 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A*: Better when heuristic is effective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CH: Superior for medium/large sparse graphs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BiDijkstra: Consistent baseline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JPS: Best for grid/symmetric topologies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Performance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Sparse Graphs (5% edges):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Winner: Contraction Hierarchies (15% faster than BiDijkstra)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Dense Graphs (60% edges):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Winner: A* Search (operations: 45% fewer)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Overall Observations: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CH best for preprocessing-friendly scenarios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A* best for heuristic-guided pathfinding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BiDijkstra most reliable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JPS excels on grid graphs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Algorithm Strengths &amp; Weaknesses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BiDijkstra: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Simple, reliable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Optimal guaranteed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✗ No preprocessing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A* Search: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Heuristic-guided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Flexible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✗ Dependent on 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JPS: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Grid optimization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Minimal branching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✗ Limited to grids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Contraction Hierarchies: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Very fast queries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✓ Scalable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✗ Expensive preprocessing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 Findings: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All 4 algorithms achieve 100% correctness on test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Performance varies significantly by graph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Preprocessing approaches (CH) provide major speedups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Use CH for static, frequently-queried graphs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Use A* for pathfinding with good heuristics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Use BiDijkstra as reliable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Use JPS only for grid-based problems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Dijkstra, E.W. (1959). A note on two problems in connexion with graphs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Hart, P.E., Nilsson, N.J., Raphael, B. (1968). A formal basis for the heuristic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determination of minimum cost paths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Online, D., Knopp, E. (2011). Jump Point Search: Fast A* Pathfinding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for Uniform Cost Grids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Sanders, P., Schultes, D. (2005). Highway hierarchies with hub labels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in Graph Algorithms Engineering and Experiments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