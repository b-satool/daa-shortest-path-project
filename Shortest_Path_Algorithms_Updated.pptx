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D4A017"/>
                </a:solidFill>
              </a:defRPr>
            </a:pPr>
            <a:r>
              <a:t>Shortest Path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0F0F0"/>
                </a:solidFill>
              </a:defRPr>
            </a:pPr>
            <a:r>
              <a:t>CSE 317: Algorithms -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2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Goal: Compare 4 shortest path algorithms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Team: 5 members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Focus: Single-source shortest path (SSSP)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Graph type: Weighted, undirected graphs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Analysis: Time complexity, empirical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Algorithms: BiDijkstra, A*, JPS, Bellman-Ford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2F"/>
                </a:solidFill>
              </a:defRPr>
            </a:pPr>
            <a:r>
              <a:t>Algorithms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1. Bidirectional Dijkstra: O(V log V) - Meets in middle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2. A* Search: O((V+E)log V) - Heuristic-guided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3. Jump Point Search: O(V) on grids - Symmetry reduction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4. Bellman-Ford: O(VE) - Handles negative edges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All algorithms find correct shortest paths for non-negative graphs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2F"/>
                </a:solidFill>
              </a:defRPr>
            </a:pPr>
            <a:r>
              <a:t>Bidirectional Dijkstra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Time Complexity: O(V log V)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Space Complexity: O(V)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Key Idea: Search from both source and destination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Reduces search frontier by ~50%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Meets in the middle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Performance: ~2-3× speedup vs unidirectional Dijkstra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Empirical: 0.05ms on 20V sparse, 0.34ms on 100V sparse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2F"/>
                </a:solidFill>
              </a:defRPr>
            </a:pPr>
            <a:r>
              <a:t>A* Search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Time Complexity: O((V+E)log V) best case, O(V²) worst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Space Complexity: O(V)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Key Idea: Combine actual cost g(n) + heuristic h(n)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f(n) = g(n) + h(n)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Reduces operations by 14-45% vs BiDijkstra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Heuristics: Manhattan, Euclidean distances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Empirical: 0.023ms on 20V sparse (fastest on small graphs)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2F"/>
                </a:solidFill>
              </a:defRPr>
            </a:pPr>
            <a:r>
              <a:t>Jump Point Search (JPS)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Time Complexity: O(√V) on uniform grids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Space Complexity: O(V)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Key Idea: Exploit symmetry in grid movement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Jump over symmetric nodes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Fast on grid-based graphs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Works on general graphs (falls back to A*)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Empirical: 10-40× speedup on true grid topologies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2F"/>
                </a:solidFill>
              </a:defRPr>
            </a:pPr>
            <a:r>
              <a:t>Bellman-Ford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Time Complexity: O(VE) - relaxation-based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Space Complexity: O(V)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Key Idea: Relax all edges V-1 times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Handles negative edge weights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Detects negative cycles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Guaranteed correctness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Empirical: ~2-5× slower than BiDijkstra on non-negative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Use case: Graphs with negative weights or cycle detection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2F"/>
                </a:solidFill>
              </a:defRPr>
            </a:pPr>
            <a:r>
              <a:t>Complexity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┌─────────────────────┬──────────────┬────────────────┐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│ Algorithm           │ Time         │ Space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├─────────────────────┼──────────────┼────────────────┤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│ BiDijkstra          │ O(V log V)   │ O(V) 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│ A*                  │ O(V+E log V) │ O(V) 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│ JPS                 │ O(√V) grids  │ O(V) 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│ Bellman-Ford        │ O(VE)        │ O(V) 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└─────────────────────┴──────────────┴────────────────┘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2F"/>
                </a:solidFill>
              </a:defRPr>
            </a:pPr>
            <a:r>
              <a:t>Benchmark Results: Small Sparse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Graph: 20 vertices, 15% density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Algorithm Performance (avg time):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A*: 0.023 ms (fastest)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BiDijkstra: 0.050 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Bellman-Ford: 0.052 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JPS: 0.045 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Success Rate: 100% (all paths found correctly)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2F"/>
                </a:solidFill>
              </a:defRPr>
            </a:pPr>
            <a:r>
              <a:t>Benchmark Results: Medium Sparse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Graph: 100 vertices, 5% density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Algorithm Performance (avg time):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A*: 0.285 ms (fastest)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BiDijkstra: 0.336 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Bellman-Ford: 0.412 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JPS: 0.398 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A* shows 15-45% improvement over Bellman-Ford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2F"/>
                </a:solidFill>
              </a:defRPr>
            </a:pPr>
            <a:r>
              <a:t>Benchmark Results: Large Sparse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Graph: 300 vertices, 2% density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Algorithm Performance (avg time):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BiDijkstra: 1.238 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A*: 1.156 ms (fastest)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Bellman-Ford: 3.456 ms (2.8× slower)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JPS: 1.892 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O(VE) nature of Bellman-Ford becomes apparent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2F"/>
                </a:solidFill>
              </a:defRPr>
            </a:pPr>
            <a:r>
              <a:t>Algorithm Selection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Choose BiDijkstra when: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Need predictable O(V log V)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Balanced time/space tradeoff needed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Choose A* when: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Good heuristic available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Want faster queries on many search patterns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Choose JPS when: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Working with grid-based pathfinding (10-40× faster)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Choose Bellman-Ford when: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Graph has negative edge weights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Need negative cycle detection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2F"/>
                </a:solidFill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1. BiDijkstra provides reliable baseline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2. A* with good heuristics beats BiDijkstra by 14-45%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3. JPS excellent on grid problems (10-40× speedup)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4. Bellman-Ford useful for negative weights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5. Choice depends 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 - Graph structure and weights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 - Available heuristics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 - Performance requirements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2F"/>
                </a:solidFill>
              </a:defRPr>
            </a:pPr>
            <a:r>
              <a:t>Implementation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Graph representation: Adjacency list Dict[int, List[Tuple[int, int]]]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All algorithms: find_shortest_path(source, dest) → (distance, path)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Metrics tracked: operations_count, comparisons, algorithm-specific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Test suite: 5 configurations from 20 to 300 vertices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Python 3.14, heapq for priority queues, matplotlib for graphs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All code: GitHub repository with comprehensive documentation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2F"/>
                </a:solidFill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Single algorithm doesn't work for all cases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Algorithm selection requires understanding of: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- Graph properties (size, density, weights)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- Query patterns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- Available heuristics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This analysis provides data-driven guidance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Future work: Parallel implementations, GPU acceleration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• Project showcases: algorithmic analysis, benchmarking,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